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b88fc606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b88fc606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b88fc606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b88fc606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b88fc606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b88fc606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88fc606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88fc606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uoi correggere nell'immagine la parola p{eper} con P{aper}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7475" y="0"/>
            <a:ext cx="943895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>
            <a:hlinkClick action="ppaction://hlinkshowjump?jump=nextslide"/>
          </p:cNvPr>
          <p:cNvSpPr/>
          <p:nvPr/>
        </p:nvSpPr>
        <p:spPr>
          <a:xfrm>
            <a:off x="2925650" y="1108925"/>
            <a:ext cx="3492000" cy="83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ll'immagine hai messo all'inizio tutto insieme"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4000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gliora l’aspetto come immagine"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0225" y="0"/>
            <a:ext cx="109083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-220225" y="1366900"/>
            <a:ext cx="9421800" cy="2329500"/>
          </a:xfrm>
          <a:prstGeom prst="rect">
            <a:avLst/>
          </a:prstGeom>
          <a:solidFill>
            <a:srgbClr val="FCFCFC">
              <a:alpha val="53160"/>
            </a:srgbClr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it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Difficult Part:</a:t>
            </a:r>
            <a:r>
              <a:rPr lang="it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Preventing invalid player inputs from crashing the program while managing seamless state transitions between round combat, boss encounters, and reward phases.</a:t>
            </a:r>
            <a:endParaRPr sz="1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Char char="●"/>
            </a:pPr>
            <a:r>
              <a:rPr b="1" lang="it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It Was Solved:</a:t>
            </a:r>
            <a:endParaRPr b="1" sz="1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it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Implemented dedicated </a:t>
            </a:r>
            <a:r>
              <a:rPr lang="it">
                <a:solidFill>
                  <a:srgbClr val="188038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while True</a:t>
            </a:r>
            <a:r>
              <a:rPr lang="it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validation loops with string normalization to clean inputs (</a:t>
            </a:r>
            <a:r>
              <a:rPr lang="it">
                <a:solidFill>
                  <a:srgbClr val="188038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r>
              <a:rPr lang="it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/</a:t>
            </a:r>
            <a:r>
              <a:rPr lang="it">
                <a:solidFill>
                  <a:srgbClr val="188038"/>
                </a:solidFill>
                <a:latin typeface="Comic Sans MS"/>
                <a:ea typeface="Comic Sans MS"/>
                <a:cs typeface="Comic Sans MS"/>
                <a:sym typeface="Comic Sans MS"/>
              </a:rPr>
              <a:t>rock</a:t>
            </a:r>
            <a:r>
              <a:rPr lang="it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).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it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Used nested loop control (</a:t>
            </a:r>
            <a:r>
              <a:rPr lang="it">
                <a:solidFill>
                  <a:srgbClr val="188038"/>
                </a:solidFill>
                <a:latin typeface="Comic Sans MS"/>
                <a:ea typeface="Comic Sans MS"/>
                <a:cs typeface="Comic Sans MS"/>
                <a:sym typeface="Comic Sans MS"/>
              </a:rPr>
              <a:t>break</a:t>
            </a:r>
            <a:r>
              <a:rPr lang="it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) to safely exit combat when </a:t>
            </a:r>
            <a:r>
              <a:rPr lang="it">
                <a:solidFill>
                  <a:srgbClr val="188038"/>
                </a:solidFill>
                <a:latin typeface="Comic Sans MS"/>
                <a:ea typeface="Comic Sans MS"/>
                <a:cs typeface="Comic Sans MS"/>
                <a:sym typeface="Comic Sans MS"/>
              </a:rPr>
              <a:t>player_hp &lt;= 0</a:t>
            </a:r>
            <a:r>
              <a:rPr lang="it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route players directly to symbol upgrades after defeating Boss 1 and 2.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 txBox="1"/>
          <p:nvPr/>
        </p:nvSpPr>
        <p:spPr>
          <a:xfrm>
            <a:off x="2358150" y="275250"/>
            <a:ext cx="44277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Biggest Challenge</a:t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